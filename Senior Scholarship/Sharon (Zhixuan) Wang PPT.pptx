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sldIdLst>
    <p:sldId id="256" r:id="rId5"/>
    <p:sldId id="277" r:id="rId6"/>
    <p:sldId id="290" r:id="rId7"/>
    <p:sldId id="279" r:id="rId8"/>
    <p:sldId id="280" r:id="rId9"/>
    <p:sldId id="281" r:id="rId10"/>
    <p:sldId id="282" r:id="rId11"/>
    <p:sldId id="284" r:id="rId12"/>
    <p:sldId id="289" r:id="rId13"/>
    <p:sldId id="285" r:id="rId14"/>
    <p:sldId id="286" r:id="rId15"/>
    <p:sldId id="28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A275EF-C936-442A-8504-9F50927DA3B2}" v="39" dt="2026-10-14T21:15:46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1914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on Wang (SENKE Student)" userId="5cd5b561-34d9-47cd-9ea4-e0518c00202a" providerId="ADAL" clId="{0DF4F0DC-4CFD-4262-B88D-F5AA3F7DE960}"/>
    <pc:docChg chg="undo redo custSel addSld delSld modSld sldOrd">
      <pc:chgData name="Sharon Wang (SENKE Student)" userId="5cd5b561-34d9-47cd-9ea4-e0518c00202a" providerId="ADAL" clId="{0DF4F0DC-4CFD-4262-B88D-F5AA3F7DE960}" dt="2026-10-14T21:21:04.079" v="645" actId="20577"/>
      <pc:docMkLst>
        <pc:docMk/>
      </pc:docMkLst>
      <pc:sldChg chg="modTransition modAnim">
        <pc:chgData name="Sharon Wang (SENKE Student)" userId="5cd5b561-34d9-47cd-9ea4-e0518c00202a" providerId="ADAL" clId="{0DF4F0DC-4CFD-4262-B88D-F5AA3F7DE960}" dt="2026-10-14T21:14:21.313" v="599"/>
        <pc:sldMkLst>
          <pc:docMk/>
          <pc:sldMk cId="1401741552" sldId="277"/>
        </pc:sldMkLst>
      </pc:sldChg>
      <pc:sldChg chg="addSp delSp modSp del mod delAnim modAnim">
        <pc:chgData name="Sharon Wang (SENKE Student)" userId="5cd5b561-34d9-47cd-9ea4-e0518c00202a" providerId="ADAL" clId="{0DF4F0DC-4CFD-4262-B88D-F5AA3F7DE960}" dt="2026-10-14T21:13:45.745" v="598" actId="2696"/>
        <pc:sldMkLst>
          <pc:docMk/>
          <pc:sldMk cId="537429017" sldId="278"/>
        </pc:sldMkLst>
        <pc:picChg chg="add del">
          <ac:chgData name="Sharon Wang (SENKE Student)" userId="5cd5b561-34d9-47cd-9ea4-e0518c00202a" providerId="ADAL" clId="{0DF4F0DC-4CFD-4262-B88D-F5AA3F7DE960}" dt="2026-10-14T21:13:31.564" v="592" actId="478"/>
          <ac:picMkLst>
            <pc:docMk/>
            <pc:sldMk cId="537429017" sldId="278"/>
            <ac:picMk id="3" creationId="{124FA7CE-33AD-1503-0944-FB52CBCC4E9B}"/>
          </ac:picMkLst>
        </pc:picChg>
        <pc:picChg chg="del mod">
          <ac:chgData name="Sharon Wang (SENKE Student)" userId="5cd5b561-34d9-47cd-9ea4-e0518c00202a" providerId="ADAL" clId="{0DF4F0DC-4CFD-4262-B88D-F5AA3F7DE960}" dt="2026-10-14T21:13:32.662" v="593" actId="478"/>
          <ac:picMkLst>
            <pc:docMk/>
            <pc:sldMk cId="537429017" sldId="278"/>
            <ac:picMk id="4" creationId="{ED7407A1-8414-0D77-003D-7408AF387D1C}"/>
          </ac:picMkLst>
        </pc:picChg>
      </pc:sldChg>
      <pc:sldChg chg="modAnim">
        <pc:chgData name="Sharon Wang (SENKE Student)" userId="5cd5b561-34d9-47cd-9ea4-e0518c00202a" providerId="ADAL" clId="{0DF4F0DC-4CFD-4262-B88D-F5AA3F7DE960}" dt="2026-10-14T21:14:34.048" v="603"/>
        <pc:sldMkLst>
          <pc:docMk/>
          <pc:sldMk cId="1980121756" sldId="279"/>
        </pc:sldMkLst>
      </pc:sldChg>
      <pc:sldChg chg="modAnim">
        <pc:chgData name="Sharon Wang (SENKE Student)" userId="5cd5b561-34d9-47cd-9ea4-e0518c00202a" providerId="ADAL" clId="{0DF4F0DC-4CFD-4262-B88D-F5AA3F7DE960}" dt="2026-10-14T21:14:36.655" v="604"/>
        <pc:sldMkLst>
          <pc:docMk/>
          <pc:sldMk cId="2379247557" sldId="280"/>
        </pc:sldMkLst>
      </pc:sldChg>
      <pc:sldChg chg="modSp mod modAnim">
        <pc:chgData name="Sharon Wang (SENKE Student)" userId="5cd5b561-34d9-47cd-9ea4-e0518c00202a" providerId="ADAL" clId="{0DF4F0DC-4CFD-4262-B88D-F5AA3F7DE960}" dt="2026-10-14T21:21:04.079" v="645" actId="20577"/>
        <pc:sldMkLst>
          <pc:docMk/>
          <pc:sldMk cId="3909369092" sldId="281"/>
        </pc:sldMkLst>
        <pc:spChg chg="mod">
          <ac:chgData name="Sharon Wang (SENKE Student)" userId="5cd5b561-34d9-47cd-9ea4-e0518c00202a" providerId="ADAL" clId="{0DF4F0DC-4CFD-4262-B88D-F5AA3F7DE960}" dt="2026-10-14T21:21:04.079" v="645" actId="20577"/>
          <ac:spMkLst>
            <pc:docMk/>
            <pc:sldMk cId="3909369092" sldId="281"/>
            <ac:spMk id="2" creationId="{B0EB32FA-CA89-097C-565E-D0208512AD5F}"/>
          </ac:spMkLst>
        </pc:spChg>
      </pc:sldChg>
      <pc:sldChg chg="modAnim">
        <pc:chgData name="Sharon Wang (SENKE Student)" userId="5cd5b561-34d9-47cd-9ea4-e0518c00202a" providerId="ADAL" clId="{0DF4F0DC-4CFD-4262-B88D-F5AA3F7DE960}" dt="2026-10-14T21:14:56.676" v="606"/>
        <pc:sldMkLst>
          <pc:docMk/>
          <pc:sldMk cId="1637404462" sldId="282"/>
        </pc:sldMkLst>
      </pc:sldChg>
      <pc:sldChg chg="modAnim">
        <pc:chgData name="Sharon Wang (SENKE Student)" userId="5cd5b561-34d9-47cd-9ea4-e0518c00202a" providerId="ADAL" clId="{0DF4F0DC-4CFD-4262-B88D-F5AA3F7DE960}" dt="2026-10-14T21:14:59.355" v="607"/>
        <pc:sldMkLst>
          <pc:docMk/>
          <pc:sldMk cId="2091486631" sldId="284"/>
        </pc:sldMkLst>
      </pc:sldChg>
      <pc:sldChg chg="modAnim">
        <pc:chgData name="Sharon Wang (SENKE Student)" userId="5cd5b561-34d9-47cd-9ea4-e0518c00202a" providerId="ADAL" clId="{0DF4F0DC-4CFD-4262-B88D-F5AA3F7DE960}" dt="2026-10-14T21:15:31.723" v="612"/>
        <pc:sldMkLst>
          <pc:docMk/>
          <pc:sldMk cId="2541072928" sldId="285"/>
        </pc:sldMkLst>
      </pc:sldChg>
      <pc:sldChg chg="modAnim">
        <pc:chgData name="Sharon Wang (SENKE Student)" userId="5cd5b561-34d9-47cd-9ea4-e0518c00202a" providerId="ADAL" clId="{0DF4F0DC-4CFD-4262-B88D-F5AA3F7DE960}" dt="2026-10-14T21:15:34.941" v="613"/>
        <pc:sldMkLst>
          <pc:docMk/>
          <pc:sldMk cId="593203710" sldId="286"/>
        </pc:sldMkLst>
      </pc:sldChg>
      <pc:sldChg chg="modAnim">
        <pc:chgData name="Sharon Wang (SENKE Student)" userId="5cd5b561-34d9-47cd-9ea4-e0518c00202a" providerId="ADAL" clId="{0DF4F0DC-4CFD-4262-B88D-F5AA3F7DE960}" dt="2026-10-14T21:15:46.157" v="615"/>
        <pc:sldMkLst>
          <pc:docMk/>
          <pc:sldMk cId="2452269538" sldId="287"/>
        </pc:sldMkLst>
      </pc:sldChg>
      <pc:sldChg chg="modAnim">
        <pc:chgData name="Sharon Wang (SENKE Student)" userId="5cd5b561-34d9-47cd-9ea4-e0518c00202a" providerId="ADAL" clId="{0DF4F0DC-4CFD-4262-B88D-F5AA3F7DE960}" dt="2026-10-14T21:15:28.236" v="611"/>
        <pc:sldMkLst>
          <pc:docMk/>
          <pc:sldMk cId="3160287838" sldId="289"/>
        </pc:sldMkLst>
      </pc:sldChg>
      <pc:sldChg chg="new del">
        <pc:chgData name="Sharon Wang (SENKE Student)" userId="5cd5b561-34d9-47cd-9ea4-e0518c00202a" providerId="ADAL" clId="{0DF4F0DC-4CFD-4262-B88D-F5AA3F7DE960}" dt="2026-10-14T21:03:05.412" v="471" actId="2696"/>
        <pc:sldMkLst>
          <pc:docMk/>
          <pc:sldMk cId="1756878394" sldId="290"/>
        </pc:sldMkLst>
      </pc:sldChg>
      <pc:sldChg chg="addSp delSp modSp add mod delAnim modAnim">
        <pc:chgData name="Sharon Wang (SENKE Student)" userId="5cd5b561-34d9-47cd-9ea4-e0518c00202a" providerId="ADAL" clId="{0DF4F0DC-4CFD-4262-B88D-F5AA3F7DE960}" dt="2026-10-14T21:17:52.862" v="628" actId="1076"/>
        <pc:sldMkLst>
          <pc:docMk/>
          <pc:sldMk cId="2303828101" sldId="290"/>
        </pc:sldMkLst>
        <pc:spChg chg="mod">
          <ac:chgData name="Sharon Wang (SENKE Student)" userId="5cd5b561-34d9-47cd-9ea4-e0518c00202a" providerId="ADAL" clId="{0DF4F0DC-4CFD-4262-B88D-F5AA3F7DE960}" dt="2026-10-14T21:13:17.885" v="586" actId="20577"/>
          <ac:spMkLst>
            <pc:docMk/>
            <pc:sldMk cId="2303828101" sldId="290"/>
            <ac:spMk id="2" creationId="{70891EBD-9764-C392-08A4-2CDE856251FB}"/>
          </ac:spMkLst>
        </pc:spChg>
        <pc:picChg chg="add del mod">
          <ac:chgData name="Sharon Wang (SENKE Student)" userId="5cd5b561-34d9-47cd-9ea4-e0518c00202a" providerId="ADAL" clId="{0DF4F0DC-4CFD-4262-B88D-F5AA3F7DE960}" dt="2026-10-14T21:17:17.526" v="616" actId="478"/>
          <ac:picMkLst>
            <pc:docMk/>
            <pc:sldMk cId="2303828101" sldId="290"/>
            <ac:picMk id="4" creationId="{C31FEBE4-64DB-2C66-0DAB-60287AC9A0EE}"/>
          </ac:picMkLst>
        </pc:picChg>
        <pc:picChg chg="add mod">
          <ac:chgData name="Sharon Wang (SENKE Student)" userId="5cd5b561-34d9-47cd-9ea4-e0518c00202a" providerId="ADAL" clId="{0DF4F0DC-4CFD-4262-B88D-F5AA3F7DE960}" dt="2026-10-14T21:17:33.931" v="626" actId="1076"/>
          <ac:picMkLst>
            <pc:docMk/>
            <pc:sldMk cId="2303828101" sldId="290"/>
            <ac:picMk id="5" creationId="{F816F0B0-3A77-0669-3549-95BAC28D2B54}"/>
          </ac:picMkLst>
        </pc:picChg>
        <pc:picChg chg="del">
          <ac:chgData name="Sharon Wang (SENKE Student)" userId="5cd5b561-34d9-47cd-9ea4-e0518c00202a" providerId="ADAL" clId="{0DF4F0DC-4CFD-4262-B88D-F5AA3F7DE960}" dt="2026-10-14T21:13:19.187" v="587" actId="478"/>
          <ac:picMkLst>
            <pc:docMk/>
            <pc:sldMk cId="2303828101" sldId="290"/>
            <ac:picMk id="6" creationId="{87789643-6C23-49D3-2C1E-1E641E16E1BC}"/>
          </ac:picMkLst>
        </pc:picChg>
        <pc:picChg chg="del">
          <ac:chgData name="Sharon Wang (SENKE Student)" userId="5cd5b561-34d9-47cd-9ea4-e0518c00202a" providerId="ADAL" clId="{0DF4F0DC-4CFD-4262-B88D-F5AA3F7DE960}" dt="2026-10-14T21:13:20.165" v="588" actId="478"/>
          <ac:picMkLst>
            <pc:docMk/>
            <pc:sldMk cId="2303828101" sldId="290"/>
            <ac:picMk id="7" creationId="{3E9A7C0C-07AD-35DE-5660-A45823F04EEB}"/>
          </ac:picMkLst>
        </pc:picChg>
        <pc:picChg chg="add mod">
          <ac:chgData name="Sharon Wang (SENKE Student)" userId="5cd5b561-34d9-47cd-9ea4-e0518c00202a" providerId="ADAL" clId="{0DF4F0DC-4CFD-4262-B88D-F5AA3F7DE960}" dt="2026-10-14T21:17:52.862" v="628" actId="1076"/>
          <ac:picMkLst>
            <pc:docMk/>
            <pc:sldMk cId="2303828101" sldId="290"/>
            <ac:picMk id="9" creationId="{85BA37AF-D696-B3E6-53FE-06E48FD613B5}"/>
          </ac:picMkLst>
        </pc:picChg>
      </pc:sldChg>
      <pc:sldChg chg="addSp modSp new del mod">
        <pc:chgData name="Sharon Wang (SENKE Student)" userId="5cd5b561-34d9-47cd-9ea4-e0518c00202a" providerId="ADAL" clId="{0DF4F0DC-4CFD-4262-B88D-F5AA3F7DE960}" dt="2026-10-14T21:04:56.043" v="548" actId="2696"/>
        <pc:sldMkLst>
          <pc:docMk/>
          <pc:sldMk cId="3158775105" sldId="290"/>
        </pc:sldMkLst>
        <pc:spChg chg="add mod">
          <ac:chgData name="Sharon Wang (SENKE Student)" userId="5cd5b561-34d9-47cd-9ea4-e0518c00202a" providerId="ADAL" clId="{0DF4F0DC-4CFD-4262-B88D-F5AA3F7DE960}" dt="2026-10-14T21:04:31.456" v="547" actId="1076"/>
          <ac:spMkLst>
            <pc:docMk/>
            <pc:sldMk cId="3158775105" sldId="290"/>
            <ac:spMk id="2" creationId="{BB94EBAA-B2EA-B38E-3C8E-50F6574F3495}"/>
          </ac:spMkLst>
        </pc:spChg>
      </pc:sldChg>
      <pc:sldChg chg="addSp delSp modSp new del mod">
        <pc:chgData name="Sharon Wang (SENKE Student)" userId="5cd5b561-34d9-47cd-9ea4-e0518c00202a" providerId="ADAL" clId="{0DF4F0DC-4CFD-4262-B88D-F5AA3F7DE960}" dt="2026-10-14T21:03:57.166" v="503" actId="2696"/>
        <pc:sldMkLst>
          <pc:docMk/>
          <pc:sldMk cId="3936438984" sldId="290"/>
        </pc:sldMkLst>
        <pc:spChg chg="mod">
          <ac:chgData name="Sharon Wang (SENKE Student)" userId="5cd5b561-34d9-47cd-9ea4-e0518c00202a" providerId="ADAL" clId="{0DF4F0DC-4CFD-4262-B88D-F5AA3F7DE960}" dt="2026-10-14T21:03:42.295" v="496" actId="20577"/>
          <ac:spMkLst>
            <pc:docMk/>
            <pc:sldMk cId="3936438984" sldId="290"/>
            <ac:spMk id="2" creationId="{0F9144A0-F9D3-B980-7717-119CB85728A6}"/>
          </ac:spMkLst>
        </pc:spChg>
        <pc:spChg chg="del">
          <ac:chgData name="Sharon Wang (SENKE Student)" userId="5cd5b561-34d9-47cd-9ea4-e0518c00202a" providerId="ADAL" clId="{0DF4F0DC-4CFD-4262-B88D-F5AA3F7DE960}" dt="2026-10-14T21:03:44.881" v="497" actId="478"/>
          <ac:spMkLst>
            <pc:docMk/>
            <pc:sldMk cId="3936438984" sldId="290"/>
            <ac:spMk id="4" creationId="{90B466D0-AE26-6EDF-5C2F-9868546EFAE2}"/>
          </ac:spMkLst>
        </pc:spChg>
        <pc:spChg chg="add del mod">
          <ac:chgData name="Sharon Wang (SENKE Student)" userId="5cd5b561-34d9-47cd-9ea4-e0518c00202a" providerId="ADAL" clId="{0DF4F0DC-4CFD-4262-B88D-F5AA3F7DE960}" dt="2026-10-14T21:03:55.365" v="502" actId="767"/>
          <ac:spMkLst>
            <pc:docMk/>
            <pc:sldMk cId="3936438984" sldId="290"/>
            <ac:spMk id="5" creationId="{5581B788-A3F7-93D0-64C5-C623B4831D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10817" y="0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679EAA-89F7-D471-6BF9-3D149ADC341D}"/>
              </a:ext>
            </a:extLst>
          </p:cNvPr>
          <p:cNvSpPr/>
          <p:nvPr/>
        </p:nvSpPr>
        <p:spPr>
          <a:xfrm>
            <a:off x="3474720" y="2622014"/>
            <a:ext cx="8706463" cy="301160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0343" y="3263820"/>
            <a:ext cx="8295215" cy="109093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Neural networks for brain </a:t>
            </a:r>
            <a:r>
              <a:rPr lang="en-US" dirty="0" err="1">
                <a:solidFill>
                  <a:srgbClr val="FFFFFF"/>
                </a:solidFill>
              </a:rPr>
              <a:t>tumour</a:t>
            </a:r>
            <a:r>
              <a:rPr lang="en-US" dirty="0">
                <a:solidFill>
                  <a:srgbClr val="FFFFFF"/>
                </a:solidFill>
              </a:rPr>
              <a:t> segmentation with domain adaptation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Sharon Wang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E5FEA-3042-4CF7-8E0F-A56D500AA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711745"/>
            <a:ext cx="5435918" cy="2061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5792A9-4C3F-A167-0163-CFAD7A342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349" y="2025310"/>
            <a:ext cx="3778851" cy="381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80565-60C7-0815-E2EF-FBBAE866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1EBD-9764-C392-08A4-2CDE85625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Domain shift </a:t>
            </a:r>
          </a:p>
        </p:txBody>
      </p:sp>
      <p:pic>
        <p:nvPicPr>
          <p:cNvPr id="5" name="Picture 4" descr="Frontiers | Brain tumor classification from MRI scans: a framework of ...">
            <a:extLst>
              <a:ext uri="{FF2B5EF4-FFF2-40B4-BE49-F238E27FC236}">
                <a16:creationId xmlns:a16="http://schemas.microsoft.com/office/drawing/2014/main" id="{F816F0B0-3A77-0669-3549-95BAC28D2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092" y="1454158"/>
            <a:ext cx="4196672" cy="4260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BA37AF-D696-B3E6-53FE-06E48FD61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36" y="2394376"/>
            <a:ext cx="5299585" cy="332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2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1A05-2F37-C05D-F7A3-918B722B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80720"/>
            <a:ext cx="9720072" cy="1499616"/>
          </a:xfrm>
        </p:spPr>
        <p:txBody>
          <a:bodyPr/>
          <a:lstStyle/>
          <a:p>
            <a:r>
              <a:rPr lang="en-GB" dirty="0"/>
              <a:t>CONVOLUTIONAL Neural network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F62F4-FAF4-3E35-A5CC-5342E9514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905912"/>
            <a:ext cx="9267312" cy="385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21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6386-A48B-FAE6-602F-8C781EE7A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Fully convolutional neural network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A6B5F3-4B4D-518C-C291-B12BDF36B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214" y="1769470"/>
            <a:ext cx="6821899" cy="41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47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32FA-CA89-097C-565E-D0208512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Decoder &amp; Skip connections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32C8B-D6E9-8315-2D71-703D294EA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973" y="2788981"/>
            <a:ext cx="3497759" cy="1517993"/>
          </a:xfrm>
          <a:prstGeom prst="rect">
            <a:avLst/>
          </a:prstGeom>
        </p:spPr>
      </p:pic>
      <p:pic>
        <p:nvPicPr>
          <p:cNvPr id="6" name="Picture 5" descr="Medium">
            <a:extLst>
              <a:ext uri="{FF2B5EF4-FFF2-40B4-BE49-F238E27FC236}">
                <a16:creationId xmlns:a16="http://schemas.microsoft.com/office/drawing/2014/main" id="{ABDC8890-C3D2-BA32-9D41-233824AAF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75" y="2397760"/>
            <a:ext cx="7384254" cy="3444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936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6C5E4-FA72-F63A-7303-364AD6D9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U-Net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D68EC-B455-A112-7F0E-FF249844A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808" y="1588432"/>
            <a:ext cx="6990712" cy="46843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7404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A5E3-359B-1709-6DB1-581BDF46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base model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AAFDA1-544F-7810-30DD-DA82BEB53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15" y="2542211"/>
            <a:ext cx="7427603" cy="28818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CBB279-4771-3B45-E739-E3ED11D199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111" y="2389280"/>
            <a:ext cx="3957955" cy="318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148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223DFB-C87B-ABB5-81B5-39E8C2649D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6" r="-2" b="4991"/>
          <a:stretch>
            <a:fillRect/>
          </a:stretch>
        </p:blipFill>
        <p:spPr bwMode="auto">
          <a:xfrm>
            <a:off x="4654736" y="4364014"/>
            <a:ext cx="7533742" cy="2286315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7F87C1-5CC5-6263-2CCC-A6B886F7B1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7" r="-1" b="4513"/>
          <a:stretch>
            <a:fillRect/>
          </a:stretch>
        </p:blipFill>
        <p:spPr bwMode="auto">
          <a:xfrm>
            <a:off x="4654736" y="2286324"/>
            <a:ext cx="7537264" cy="2286325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FC21A7-44C9-A22D-BDDC-ABC87BC7A0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6" r="-2" b="1690"/>
          <a:stretch>
            <a:fillRect/>
          </a:stretch>
        </p:blipFill>
        <p:spPr bwMode="auto">
          <a:xfrm>
            <a:off x="4654736" y="207661"/>
            <a:ext cx="7533742" cy="2286326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DA2D708-46C5-51A0-C7CD-AB30AF35D339}"/>
              </a:ext>
            </a:extLst>
          </p:cNvPr>
          <p:cNvSpPr txBox="1">
            <a:spLocks/>
          </p:cNvSpPr>
          <p:nvPr/>
        </p:nvSpPr>
        <p:spPr>
          <a:xfrm>
            <a:off x="459028" y="2286323"/>
            <a:ext cx="3566407" cy="13298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400" spc="200" dirty="0"/>
              <a:t>Segmentation results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6C2E17-FD56-102F-A8EA-22292AC1F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188" y="3511915"/>
            <a:ext cx="3257247" cy="20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87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01097-9A6D-DE11-B618-77D8D8759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Test-Time training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9A831-914D-6169-B8C8-A7869B521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960" y="2084832"/>
            <a:ext cx="8270079" cy="390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72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64831-7055-3235-CA0F-92E2554D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Reconstruction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5B0B2-526A-6CD9-C7F6-7BA3C87E5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044" y="1962856"/>
            <a:ext cx="7079996" cy="447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03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84C1-02B4-FC15-6790-EDAAFFB6B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performance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6E971-4D13-A793-5EF4-F6E9FD166ED6}"/>
              </a:ext>
            </a:extLst>
          </p:cNvPr>
          <p:cNvSpPr txBox="1"/>
          <p:nvPr/>
        </p:nvSpPr>
        <p:spPr>
          <a:xfrm>
            <a:off x="1666240" y="2055377"/>
            <a:ext cx="199291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Before TTT: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E42E3A-1DEA-675E-F060-AEDE49E93FAC}"/>
              </a:ext>
            </a:extLst>
          </p:cNvPr>
          <p:cNvSpPr txBox="1"/>
          <p:nvPr/>
        </p:nvSpPr>
        <p:spPr>
          <a:xfrm>
            <a:off x="4651205" y="4328880"/>
            <a:ext cx="17601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After TTT: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8873FC-0195-BCF7-F6CF-47DE6E58C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40" y="2609376"/>
            <a:ext cx="6075680" cy="1639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AE6456-C568-623C-AA0C-C84B5746F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205" y="4882878"/>
            <a:ext cx="6181430" cy="157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6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1432</TotalTime>
  <Words>44</Words>
  <Application>Microsoft Office PowerPoint</Application>
  <PresentationFormat>Widescreen</PresentationFormat>
  <Paragraphs>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Tw Cen MT</vt:lpstr>
      <vt:lpstr>Tw Cen MT Condensed</vt:lpstr>
      <vt:lpstr>Wingdings 3</vt:lpstr>
      <vt:lpstr>Integral</vt:lpstr>
      <vt:lpstr>Neural networks for brain tumour segmentation with domain adaptation</vt:lpstr>
      <vt:lpstr>Problem statement</vt:lpstr>
      <vt:lpstr>Domain shift </vt:lpstr>
      <vt:lpstr>CONVOLUTIONAL Neural network  </vt:lpstr>
      <vt:lpstr>Fully convolutional neural network </vt:lpstr>
      <vt:lpstr>Decoder &amp; Skip connections </vt:lpstr>
      <vt:lpstr>U-Net </vt:lpstr>
      <vt:lpstr>Training base model </vt:lpstr>
      <vt:lpstr>PowerPoint Presentation</vt:lpstr>
      <vt:lpstr>Test-Time training </vt:lpstr>
      <vt:lpstr>Reconstruction examples</vt:lpstr>
      <vt:lpstr>Model performance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Sharon Wang (SENKE Student)</dc:creator>
  <cp:lastModifiedBy>Sharon Wang (SENKE Student)</cp:lastModifiedBy>
  <cp:revision>1</cp:revision>
  <dcterms:created xsi:type="dcterms:W3CDTF">2026-09-10T07:41:02Z</dcterms:created>
  <dcterms:modified xsi:type="dcterms:W3CDTF">2026-10-14T21:21:09Z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